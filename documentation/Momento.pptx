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507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MOMENTO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8FAFC"/>
                </a:solidFill>
              </a:rPr>
              <a:t>Drop Memories at Places. Discover Them There.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605349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 </a:t>
            </a:r>
            <a:r>
              <a:rPr lang="en-US" sz="1400" b="1" i="1" dirty="0">
                <a:solidFill>
                  <a:srgbClr val="F8FAFC"/>
                </a:solidFill>
              </a:rPr>
              <a:t>Kanan Badalov</a:t>
            </a:r>
          </a:p>
          <a:p>
            <a:pPr marL="0" indent="0" algn="ctr">
              <a:buNone/>
            </a:pPr>
            <a:r>
              <a:rPr lang="en-US" sz="1400" b="1" i="1" dirty="0" err="1">
                <a:solidFill>
                  <a:srgbClr val="F8FAFC"/>
                </a:solidFill>
              </a:rPr>
              <a:t>Tunjay</a:t>
            </a:r>
            <a:r>
              <a:rPr lang="en-US" sz="1400" b="1" i="1" dirty="0">
                <a:solidFill>
                  <a:srgbClr val="F8FAFC"/>
                </a:solidFill>
              </a:rPr>
              <a:t> Huseynov</a:t>
            </a:r>
            <a:br>
              <a:rPr lang="en-US" sz="1400" b="1" i="1" dirty="0">
                <a:solidFill>
                  <a:srgbClr val="F8FAFC"/>
                </a:solidFill>
              </a:rPr>
            </a:br>
            <a:r>
              <a:rPr lang="en-US" sz="1400" b="1" i="1" dirty="0">
                <a:solidFill>
                  <a:srgbClr val="F8FAFC"/>
                </a:solidFill>
              </a:rPr>
              <a:t>Tural </a:t>
            </a:r>
            <a:r>
              <a:rPr lang="en-US" sz="1400" b="1" i="1" dirty="0" err="1">
                <a:solidFill>
                  <a:srgbClr val="F8FAFC"/>
                </a:solidFill>
              </a:rPr>
              <a:t>Velizade</a:t>
            </a:r>
            <a:endParaRPr lang="en-US" sz="1400" b="1" i="1" dirty="0">
              <a:solidFill>
                <a:srgbClr val="F8FAFC"/>
              </a:solidFill>
            </a:endParaRPr>
          </a:p>
          <a:p>
            <a:pPr marL="0" indent="0" algn="ctr">
              <a:buNone/>
            </a:pPr>
            <a:r>
              <a:rPr lang="en-US" sz="1400" b="1" i="1" dirty="0">
                <a:solidFill>
                  <a:srgbClr val="F8FAFC"/>
                </a:solidFill>
              </a:rPr>
              <a:t>Mahammad Aliyev</a:t>
            </a:r>
          </a:p>
          <a:p>
            <a:pPr marL="0" indent="0" algn="ctr">
              <a:buNone/>
            </a:pPr>
            <a:r>
              <a:rPr lang="en-US" sz="1400" b="1" i="1" dirty="0">
                <a:solidFill>
                  <a:srgbClr val="F8FAFC"/>
                </a:solidFill>
              </a:rPr>
              <a:t>Aykhan Manafov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Software Description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72944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669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3241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The Concept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21031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Users drop digital time capsules containing photos, voice notes, or text messages at physical GPS locations.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Other users can only discover and open these capsules when they physically visit that location.</a:t>
            </a: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endParaRPr lang="en-US" sz="14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Capsules expire after 30 days unless someone finds and 'rescues' them.</a:t>
            </a:r>
            <a:br>
              <a:rPr lang="en-US" sz="1400" dirty="0">
                <a:solidFill>
                  <a:srgbClr val="64748B"/>
                </a:solidFill>
              </a:rPr>
            </a:br>
            <a:r>
              <a:rPr lang="en-US" sz="1400" dirty="0">
                <a:solidFill>
                  <a:srgbClr val="64748B"/>
                </a:solidFill>
              </a:rPr>
              <a:t>30 days added if the capsule is discovered.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1188720"/>
            <a:ext cx="3840480" cy="372944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280159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0" y="128669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Key Features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120640" y="1874520"/>
            <a:ext cx="3291840" cy="2592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64748B"/>
                </a:solidFill>
              </a:rPr>
              <a:t>• Location-based discovery</a:t>
            </a:r>
            <a:endParaRPr lang="en-US" sz="1400" dirty="0"/>
          </a:p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64748B"/>
                </a:solidFill>
              </a:rPr>
              <a:t>• Multi-media capsules (photos, voice, text)</a:t>
            </a:r>
            <a:endParaRPr lang="en-US" sz="1400" dirty="0"/>
          </a:p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64748B"/>
                </a:solidFill>
              </a:rPr>
              <a:t>• Real-time map of nearby capsules</a:t>
            </a:r>
            <a:endParaRPr lang="en-US" sz="1400" dirty="0"/>
          </a:p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64748B"/>
                </a:solidFill>
              </a:rPr>
              <a:t>• 30-day expiration system</a:t>
            </a:r>
          </a:p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64748B"/>
                </a:solidFill>
              </a:rPr>
              <a:t>• Extension mechanism for discovered capsules</a:t>
            </a:r>
            <a:endParaRPr lang="en-US" sz="1400" dirty="0"/>
          </a:p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64748B"/>
                </a:solidFill>
              </a:rPr>
              <a:t>• 'Rescue' mechanism to extend life</a:t>
            </a:r>
            <a:endParaRPr lang="en-US" sz="1400" dirty="0"/>
          </a:p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64748B"/>
                </a:solidFill>
              </a:rPr>
              <a:t>• User profiles and capsule history</a:t>
            </a:r>
          </a:p>
          <a:p>
            <a:pPr>
              <a:lnSpc>
                <a:spcPts val="2000"/>
              </a:lnSpc>
            </a:pPr>
            <a:r>
              <a:rPr lang="en-US" sz="1400" dirty="0">
                <a:solidFill>
                  <a:srgbClr val="64748B"/>
                </a:solidFill>
              </a:rPr>
              <a:t>• Getting points for discovering and dropping capsules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SWOT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00A89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STRENGTHS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Novel concept combining social + location</a:t>
            </a:r>
            <a:endParaRPr lang="en-US" sz="1200" dirty="0"/>
          </a:p>
          <a:p>
            <a:pPr>
              <a:lnSpc>
                <a:spcPts val="1600"/>
              </a:lnSpc>
            </a:pPr>
            <a:r>
              <a:rPr lang="en-US" sz="1200" dirty="0">
                <a:solidFill>
                  <a:srgbClr val="FFFFFF"/>
                </a:solidFill>
              </a:rPr>
              <a:t>• </a:t>
            </a:r>
            <a:r>
              <a:rPr lang="en-US" sz="1200" dirty="0">
                <a:solidFill>
                  <a:schemeClr val="bg1"/>
                </a:solidFill>
              </a:rPr>
              <a:t>Well-defined user benefits and utility</a:t>
            </a:r>
          </a:p>
          <a:p>
            <a:pPr>
              <a:lnSpc>
                <a:spcPts val="1600"/>
              </a:lnSpc>
            </a:pPr>
            <a:r>
              <a:rPr lang="en-US" sz="1200" dirty="0">
                <a:solidFill>
                  <a:srgbClr val="FFFFFF"/>
                </a:solidFill>
              </a:rPr>
              <a:t>• Scalable architecture</a:t>
            </a:r>
          </a:p>
          <a:p>
            <a:pPr>
              <a:lnSpc>
                <a:spcPts val="1600"/>
              </a:lnSpc>
            </a:pPr>
            <a:r>
              <a:rPr lang="en-US" sz="1200" dirty="0">
                <a:solidFill>
                  <a:srgbClr val="FFFFFF"/>
                </a:solidFill>
              </a:rPr>
              <a:t>• </a:t>
            </a:r>
            <a:r>
              <a:rPr lang="en-US" sz="1200" dirty="0">
                <a:solidFill>
                  <a:schemeClr val="bg1"/>
                </a:solidFill>
              </a:rPr>
              <a:t>Low initial infrastructure costs</a:t>
            </a:r>
          </a:p>
          <a:p>
            <a:pPr>
              <a:lnSpc>
                <a:spcPts val="1600"/>
              </a:lnSpc>
            </a:pPr>
            <a:r>
              <a:rPr lang="en-US" sz="1200" dirty="0">
                <a:solidFill>
                  <a:srgbClr val="FFFFFF"/>
                </a:solidFill>
              </a:rPr>
              <a:t>• </a:t>
            </a:r>
            <a:r>
              <a:rPr lang="en-US" sz="1200" dirty="0">
                <a:solidFill>
                  <a:schemeClr val="bg1"/>
                </a:solidFill>
              </a:rPr>
              <a:t>Viral potential</a:t>
            </a:r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4114800" cy="1645920"/>
          </a:xfrm>
          <a:prstGeom prst="rect">
            <a:avLst/>
          </a:prstGeom>
          <a:solidFill>
            <a:srgbClr val="E74C3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WEAKNESSES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GPS accuracy challenges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Battery drain from location tracking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Content moderation needs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Requires critical mass of users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114800" cy="1645920"/>
          </a:xfrm>
          <a:prstGeom prst="rect">
            <a:avLst/>
          </a:prstGeom>
          <a:solidFill>
            <a:srgbClr val="F39C1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OPPORTUNITIES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Tourism partnerships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Educational use (history lessons)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Event-based capsules (festivals)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Premium features (longer duration)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3017520"/>
            <a:ext cx="4114800" cy="1645920"/>
          </a:xfrm>
          <a:prstGeom prst="rect">
            <a:avLst/>
          </a:prstGeom>
          <a:solidFill>
            <a:srgbClr val="8E44A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THREATS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Privacy concerns and regulations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Competition from established apps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Misuse (spam, inappropriate content)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• High cloud storage costs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SIPOC Analysis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461860"/>
              </p:ext>
            </p:extLst>
          </p:nvPr>
        </p:nvGraphicFramePr>
        <p:xfrm>
          <a:off x="457200" y="1521824"/>
          <a:ext cx="8229600" cy="176348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Suppliers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Inputs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Process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Outputs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8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Users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GPS providers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Cloud services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API vendors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User content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GPS coordinates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Media files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Time stamps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Content upload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Location validation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Storage management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Discovery matching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Expiration handling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Stored capsules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Discovery notifications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Rescued content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User profiles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Analytics data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End users (creators)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End users (discoverers)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Tourists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Educators</a:t>
                      </a:r>
                      <a:endParaRPr lang="en-US" sz="1100" dirty="0"/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• Event organizers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Project Sustainability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2697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Based on SWOT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Technical Viability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Leveraging proven technologies (React Native, Firebase) ensures technical sustainability.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Phased rollout allows testing GPS accuracy and battery optimization before full launch.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73152" cy="3200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Business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4748B"/>
                </a:solidFill>
              </a:rPr>
              <a:t>Freemium</a:t>
            </a:r>
            <a:r>
              <a:rPr lang="en-US" sz="1200" dirty="0">
                <a:solidFill>
                  <a:srgbClr val="64748B"/>
                </a:solidFill>
              </a:rPr>
              <a:t> model with premium features (extended capsule duration, ad-free).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Partnership opportunities with tourism boards and event organizers.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73152" cy="3200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554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Growth Strategy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01168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Start with university campuses (controlled environment, tech-savvy users).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Expand to tourist destinations where discovery rate is naturally higher.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657DC5-7363-168D-239A-9472B132A93C}"/>
              </a:ext>
            </a:extLst>
          </p:cNvPr>
          <p:cNvSpPr txBox="1"/>
          <p:nvPr/>
        </p:nvSpPr>
        <p:spPr>
          <a:xfrm>
            <a:off x="404947" y="4596340"/>
            <a:ext cx="83602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*Freemium - a business model that offers basic services for free while charging for advanced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1"/>
          <p:cNvSpPr/>
          <p:nvPr/>
        </p:nvSpPr>
        <p:spPr>
          <a:xfrm>
            <a:off x="1828800" y="2011680"/>
            <a:ext cx="1371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4297680" y="2011680"/>
            <a:ext cx="1371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Modular Diagram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</a:rPr>
              <a:t>Software Architecture (from SIPOC)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1188720"/>
          </a:xfrm>
          <a:prstGeom prst="rect">
            <a:avLst/>
          </a:prstGeom>
          <a:solidFill>
            <a:srgbClr val="00A89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75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 Module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019301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React Native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463040"/>
            <a:ext cx="2011680" cy="118872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291840" y="176911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Location Services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91840" y="204343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Google Maps API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669280" y="1463040"/>
            <a:ext cx="2011680" cy="1188720"/>
          </a:xfrm>
          <a:prstGeom prst="rect">
            <a:avLst/>
          </a:prstGeom>
          <a:solidFill>
            <a:srgbClr val="02C39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576072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 Module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760720" y="205359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Java + </a:t>
            </a:r>
            <a:r>
              <a:rPr lang="en-US" sz="1000" dirty="0" err="1">
                <a:solidFill>
                  <a:srgbClr val="FFFFFF"/>
                </a:solidFill>
              </a:rPr>
              <a:t>SpringBoot</a:t>
            </a:r>
            <a:r>
              <a:rPr lang="en-US" sz="1000" dirty="0">
                <a:solidFill>
                  <a:srgbClr val="FFFFFF"/>
                </a:solidFill>
              </a:rPr>
              <a:t>/Gradle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31520" y="3017520"/>
            <a:ext cx="2011680" cy="1188720"/>
          </a:xfrm>
          <a:prstGeom prst="rect">
            <a:avLst/>
          </a:prstGeom>
          <a:solidFill>
            <a:srgbClr val="6366F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82296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Database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2960" y="3657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PostgreSQL/MySQL + PostGIS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200400" y="3017520"/>
            <a:ext cx="2011680" cy="1188720"/>
          </a:xfrm>
          <a:prstGeom prst="rect">
            <a:avLst/>
          </a:prstGeom>
          <a:solidFill>
            <a:srgbClr val="EC489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29184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Media Storage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291840" y="3657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AWS S3 / Firebase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669280" y="3017520"/>
            <a:ext cx="2011680" cy="1188720"/>
          </a:xfrm>
          <a:prstGeom prst="rect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760720" y="3378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Authentication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760720" y="36550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Firebase Auth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737360" y="2651760"/>
            <a:ext cx="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206240" y="2651760"/>
            <a:ext cx="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675120" y="2651760"/>
            <a:ext cx="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Technologies &amp; Tools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Frontend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4748B"/>
                </a:solidFill>
              </a:rPr>
              <a:t>React Native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Cross-platform mobile development (iOS + Android) with extensive documentation.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4748B"/>
                </a:solidFill>
              </a:rPr>
              <a:t>Expo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Simplifies React Native setup. Built-in location services and push notifications.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Backend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742690"/>
            <a:ext cx="4114800" cy="767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Java + Spring Boot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Strongly-typed language with compile-time error detection. Enterprise-grade framework with built-in security and RESTful API support. Superior performance for handling concurrent users and complex operations.</a:t>
            </a:r>
          </a:p>
          <a:p>
            <a:pPr marL="0" indent="0">
              <a:lnSpc>
                <a:spcPts val="1600"/>
              </a:lnSpc>
              <a:buNone/>
            </a:pPr>
            <a:endParaRPr lang="en-US" sz="1000" dirty="0"/>
          </a:p>
          <a:p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Firebase Cloud Messaging (FCM)</a:t>
            </a:r>
            <a:endParaRPr lang="en-US" sz="1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Google's free push notification service for real-time alerts. Works seamlessly with both React Native and Java backends. Simple REST API integration for sending capsule discovery notifications.</a:t>
            </a:r>
          </a:p>
          <a:p>
            <a:pPr marL="0" indent="0">
              <a:lnSpc>
                <a:spcPts val="1600"/>
              </a:lnSpc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Database &amp; Storage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4748B"/>
                </a:solidFill>
              </a:rPr>
              <a:t>PostgreSQL/MySQL + PostGIS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Robust relational database with geospatial extensions for efficient location queries.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4748B"/>
                </a:solidFill>
              </a:rPr>
              <a:t>AWS S3 / Firebase Storage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Scalable cloud storage for photos and voice notes. Firebase offers generous free tier.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External Services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46320" y="35661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4748B"/>
                </a:solidFill>
              </a:rPr>
              <a:t>Google Maps API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Map rendering and geocoding. $200/month free credit.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4748B"/>
                </a:solidFill>
              </a:rPr>
              <a:t>Firebase Authentication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Handles user login (email, Google, Apple) with minimal backend code.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627</Words>
  <Application>Microsoft Office PowerPoint</Application>
  <PresentationFormat>On-screen Show (16:9)</PresentationFormat>
  <Paragraphs>134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Time Capsule</dc:title>
  <dc:subject>PptxGenJS Presentation</dc:subject>
  <dc:creator>Team</dc:creator>
  <cp:lastModifiedBy>Kanan Badalov</cp:lastModifiedBy>
  <cp:revision>3</cp:revision>
  <dcterms:created xsi:type="dcterms:W3CDTF">2026-02-11T23:37:48Z</dcterms:created>
  <dcterms:modified xsi:type="dcterms:W3CDTF">2026-02-12T00:24:21Z</dcterms:modified>
</cp:coreProperties>
</file>